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8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US" altLang="ja-JP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FD45A-9AC1-436B-BFF2-0912E3A7396F}" type="datetimeFigureOut">
              <a:rPr kumimoji="1" lang="ja-JP" altLang="en-US" smtClean="0"/>
              <a:t>2010/5/2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1AA84-C301-4F53-9D6F-A990266DE3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みんなのえがお</a:t>
            </a:r>
            <a:endParaRPr kumimoji="1" lang="ja-JP" altLang="en-US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事業計画書</a:t>
            </a:r>
            <a:endParaRPr kumimoji="1"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朴　賢明</a:t>
            </a:r>
            <a:endParaRPr kumimoji="1" lang="ja-JP" altLang="en-US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０．目次</a:t>
            </a:r>
            <a:endParaRPr kumimoji="1" lang="ja-JP" altLang="en-US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ウェブ寄付サイト「みんなのえがお（仮称）」の事業企画。</a:t>
            </a:r>
            <a:endParaRPr kumimoji="1"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事業概要</a:t>
            </a:r>
            <a:endParaRPr kumimoji="1"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/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何のための事業なのか？</a:t>
            </a:r>
            <a:endParaRPr kumimoji="1"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事業企画</a:t>
            </a:r>
            <a:endParaRPr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/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どういう仕</a:t>
            </a:r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組</a:t>
            </a: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み</a:t>
            </a:r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な</a:t>
            </a:r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の</a:t>
            </a: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か？</a:t>
            </a:r>
            <a:endParaRPr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ウ</a:t>
            </a:r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ェ</a:t>
            </a: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ブ企画</a:t>
            </a:r>
            <a:endParaRPr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/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ウェ</a:t>
            </a:r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ブ</a:t>
            </a: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での流れとは？</a:t>
            </a:r>
            <a:endParaRPr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kumimoji="1"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アクシ</a:t>
            </a:r>
            <a:r>
              <a:rPr kumimoji="1"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ョ</a:t>
            </a:r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ン企画</a:t>
            </a:r>
            <a:endParaRPr kumimoji="1"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/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透明なアクションのための仕組みとは</a:t>
            </a:r>
            <a:r>
              <a:rPr kumimoji="1"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?</a:t>
            </a:r>
          </a:p>
          <a:p>
            <a:endParaRPr kumimoji="1" lang="ja-JP" altLang="en-US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事業概要</a:t>
            </a:r>
            <a:endParaRPr kumimoji="1" lang="ja-JP" altLang="en-US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ウェブで寄付ができるサイトを立ち上げましょう！</a:t>
            </a:r>
            <a:endParaRPr lang="en-US" altLang="ja-JP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/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対象（寄付する側）</a:t>
            </a:r>
            <a:r>
              <a:rPr kumimoji="1"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/>
            </a:r>
            <a:br>
              <a:rPr kumimoji="1"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r>
              <a:rPr kumimoji="1"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①今まで寄付する機会を見つけなかった団体・個人。</a:t>
            </a:r>
            <a:r>
              <a:rPr lang="en-US" altLang="ja-JP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/>
            </a:r>
            <a:br>
              <a:rPr lang="en-US" altLang="ja-JP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②寄付の透明性に疑問を感じていて積極的に参加できなかった団体・個人。</a:t>
            </a:r>
            <a:endParaRPr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pPr lvl="1"/>
            <a:r>
              <a:rPr lang="ja-JP" altLang="en-US">
                <a:latin typeface="Meiryo UI" pitchFamily="50" charset="-128"/>
                <a:ea typeface="Meiryo UI" pitchFamily="50" charset="-128"/>
                <a:cs typeface="Meiryo UI" pitchFamily="50" charset="-128"/>
              </a:rPr>
              <a:t>対</a:t>
            </a: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象（寄付をもらう側）</a:t>
            </a:r>
            <a:r>
              <a:rPr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/>
            </a:r>
            <a:br>
              <a:rPr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①国や企業からの支援を受かれない団体・個人。</a:t>
            </a:r>
            <a:r>
              <a:rPr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/>
            </a:r>
            <a:br>
              <a:rPr lang="en-US" altLang="ja-JP" dirty="0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②国や企業からの支援だけでは奉仕を続けられなかった団体・個人。</a:t>
            </a:r>
            <a:r>
              <a:rPr lang="en-US" altLang="ja-JP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/>
            </a:r>
            <a:br>
              <a:rPr lang="en-US" altLang="ja-JP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</a:br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③いきなり金銭的な問題に合っている団体・個人。</a:t>
            </a:r>
            <a:endParaRPr lang="en-US" altLang="ja-JP" dirty="0" smtClean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mtClean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事業企画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4314</TotalTime>
  <Words>153</Words>
  <Application>Microsoft Office PowerPoint</Application>
  <PresentationFormat>On-screen Show (4:3)</PresentationFormat>
  <Paragraphs>18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みんなのえがお</vt:lpstr>
      <vt:lpstr>０．目次</vt:lpstr>
      <vt:lpstr>事業概要</vt:lpstr>
      <vt:lpstr>事業企画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みんなのえがお</dc:title>
  <dc:creator>PARK</dc:creator>
  <cp:lastModifiedBy>PARK</cp:lastModifiedBy>
  <cp:revision>431</cp:revision>
  <dcterms:created xsi:type="dcterms:W3CDTF">2010-05-02T14:45:13Z</dcterms:created>
  <dcterms:modified xsi:type="dcterms:W3CDTF">2010-05-05T14:39:27Z</dcterms:modified>
</cp:coreProperties>
</file>